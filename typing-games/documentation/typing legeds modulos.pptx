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9" r:id="rId4"/>
    <p:sldId id="273" r:id="rId5"/>
    <p:sldId id="298" r:id="rId6"/>
    <p:sldId id="299" r:id="rId7"/>
    <p:sldId id="300" r:id="rId8"/>
    <p:sldId id="301" r:id="rId9"/>
    <p:sldId id="302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62" r:id="rId21"/>
    <p:sldId id="270" r:id="rId22"/>
    <p:sldId id="271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63" r:id="rId31"/>
    <p:sldId id="272" r:id="rId32"/>
    <p:sldId id="292" r:id="rId33"/>
    <p:sldId id="294" r:id="rId34"/>
    <p:sldId id="291" r:id="rId35"/>
    <p:sldId id="295" r:id="rId36"/>
    <p:sldId id="293" r:id="rId37"/>
    <p:sldId id="264" r:id="rId38"/>
    <p:sldId id="296" r:id="rId39"/>
    <p:sldId id="297" r:id="rId40"/>
    <p:sldId id="265" r:id="rId41"/>
    <p:sldId id="266" r:id="rId42"/>
    <p:sldId id="267" r:id="rId4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E9757-0789-45BB-8624-B9250BE88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784C6F-F014-437F-A0B7-DDEDB02A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91A0FF-157F-41CD-A652-44BBDAFB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E1CEC-1456-4FA6-AB84-3C1FD768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0A444C-52F7-4F50-9830-69AE5838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816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5FE30-CE63-4DE1-925F-3664E66B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F6EA3-3AF7-46FE-9D30-10BE7810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BC78FE-5A24-4A37-844C-233293EC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DDEF15-1536-4545-A2E4-16CC97B1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1F1515-3C83-4F20-869C-2EA08DDF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765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00E72-FF30-41C2-9F21-53AB269A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48157A-2A31-4BB1-8339-4A4C81E1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3CA119-FAAF-4643-8E50-B9709089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61D9F-CED9-41E0-95E1-9231FF67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2AB29B-8246-4578-8BD1-3B13B81E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88426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04C62-3518-46E7-8092-37C72368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FFD119-776C-4528-AD66-4B8C1E3D1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E5C7EC-DDDB-4D82-B647-A4D9DC963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B597F1-BDA9-4FE5-8410-F06A0830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963AD7-C152-4531-93A6-4CAE4075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B55526-AE55-4325-8C9E-C679D448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2590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E6A85-C0C4-4A45-BE01-1DD3A90FE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B5745A-19C0-410C-B53C-4D5315154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DC14BA-8FD6-447A-A1D5-54120B49A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1B8C8-77B0-42A3-802F-88B86C6C6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76B934-79CF-4DD7-AC2C-F8E44665E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789B04-6640-44CE-B5AD-57F05E6F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7FD7F3-9715-4E2C-B2FE-92B60DEB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CD9EA3-26F2-4DED-A670-AAD5E3D7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9592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16D4D-4221-499F-9DB9-F4B235E4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FAA260-A07A-48CF-8D42-E7F18364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30EB2F-BEB2-470E-B1BD-0B48E8A3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2855D3-C882-4D33-B9A5-810BFFE5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8307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8A94-4103-4B21-89BD-DC2B6C9E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81A791-11ED-4AFA-BB38-40B96F2A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F91DDA-2C82-46D3-9D9A-37BAE355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745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27541-F24F-4A5A-9E07-3EBC30DC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64E2E5-3CFA-44B8-9A5C-A8AF7B953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184DAC-0197-469C-B9BE-3D4832902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E43B6-B1B2-40A0-ABAE-527723B0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7577E0-76E5-4018-94C1-809879E9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43AB3-4F5D-41A0-B38C-7E811DB1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043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1667E-A25C-4452-BA1A-2A005690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9EAD23-CA09-4626-BD83-F1C68F3BB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6F1535-BBB7-4AF9-A02B-F7A58396C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210C75-CB39-4C9C-95FF-64BCBBF3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1E32F0-04C1-485D-9D88-2C8E4D9F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FDE918-7E0E-4D85-8C70-AD291061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5133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7D659-FC7D-4B9E-BE5D-2369168A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C302E2-67FB-418C-A83A-929BB9400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7BB994-2671-484C-B77F-31C102EB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D31E45-6B8E-4A44-99C9-F059E575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4DF3A-5307-4360-9B29-C8FC3927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4997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DC35B5-678F-4EB8-AA6C-516060E60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2FE153-BD3F-4955-ADC8-8D05409FA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3658B6-757D-4033-80A8-DF452D41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CD4328-03EC-4F62-8963-BF73CE22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CDE95-1C3A-4EF9-8922-15159ED5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4398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69DEF2-8404-4532-8948-F16CFFDF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988794-0612-4181-A35D-6CFDB0DE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FB4EC-86D4-4E0D-876F-1226FF552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9C6C0-E694-4FE5-9C77-B9B6A41D3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49B21-96BB-47C0-AD60-E1C70EE5B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652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1899B0-64D9-4300-83AE-6685ADD9A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2"/>
            <a:ext cx="12192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5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906D51-5C67-4DA0-BC0F-B85382D34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19" y="572776"/>
            <a:ext cx="8498561" cy="57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6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967B5D-5F70-49E4-A666-634FBA80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1037"/>
            <a:ext cx="77724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1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915CE0-E0A0-4472-8367-79665D7F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547687"/>
            <a:ext cx="81248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5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EB4869-EC34-47E9-BFC0-F58733E5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2" y="623887"/>
            <a:ext cx="79533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5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9EC025-9ABC-497C-9AE5-2B2CD6DF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557212"/>
            <a:ext cx="82010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D02DF8-341F-443A-9BC0-21F7AC66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595312"/>
            <a:ext cx="827722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1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FEEFDB-D288-49A7-9C38-CD6DC70BF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347662"/>
            <a:ext cx="78771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3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449633-5936-4C9E-A5AA-466913505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7" y="566737"/>
            <a:ext cx="881062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1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FE4915-717D-44D8-AD9A-BDF4348A2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604837"/>
            <a:ext cx="84105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84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A767F5-3C39-4CB5-95EF-68CFED1D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471487"/>
            <a:ext cx="86582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7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0F32F9-6C01-4FD5-9215-0BCF4E704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500062"/>
            <a:ext cx="860107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6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CFBD4F-2BA7-4B41-8430-6F437FC8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509587"/>
            <a:ext cx="86963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75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6D896A-B0F6-4E71-B1DA-DBF268D82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557212"/>
            <a:ext cx="93440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48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AC1DC0-0196-436C-8D0C-9B2D8A94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681037"/>
            <a:ext cx="80486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50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E1BDC3-6550-4994-80EA-2510B458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623887"/>
            <a:ext cx="83534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73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986576-AEE1-4064-9742-46ACAB04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528637"/>
            <a:ext cx="856297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0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08EB72-3335-4BCD-B049-0D6590E7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500062"/>
            <a:ext cx="882967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15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9412BA-7D74-4C09-9811-D795A64A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500062"/>
            <a:ext cx="90773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27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AE17F9D-C6AC-4F2A-A3CD-6326BFCC1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70" y="389880"/>
            <a:ext cx="8218120" cy="60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54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14E8FD-E366-4CBA-B07B-B7C20DB9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633412"/>
            <a:ext cx="81248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69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927AB5-9F83-420F-A2C6-E310A775A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585787"/>
            <a:ext cx="841057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54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739FB2-A269-4BCC-BECF-D83535499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709612"/>
            <a:ext cx="83534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26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5E1109-E17D-469F-90F8-5D181760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671512"/>
            <a:ext cx="83534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18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5F36E2-9B1A-49FE-B7C5-2959E87D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661987"/>
            <a:ext cx="82391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3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48AF1A-050A-4ACB-8072-5548A6BC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519112"/>
            <a:ext cx="75533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45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D41504-491B-4B97-BFEA-CA6712B4A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661987"/>
            <a:ext cx="837247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96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DCA2E1-3377-4393-A9FE-6B7CB09E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7" y="652462"/>
            <a:ext cx="77057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60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7C26A0-5B2F-4576-B7B8-770BCBDEA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801135"/>
            <a:ext cx="82391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41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B15BC3-AD70-4567-89DB-0C71BA0BA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43" y="530101"/>
            <a:ext cx="8596105" cy="579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1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3BBBF7-DE87-4C18-9F49-587A89124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538162"/>
            <a:ext cx="762952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46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5DC7AB-E389-4FF1-89AA-93615720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13" y="814387"/>
            <a:ext cx="82772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62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68798F-C77B-4D93-9A28-254A275B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690562"/>
            <a:ext cx="78771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02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8131AB9-A033-4DC0-B55B-3D9CB7DC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86" y="604837"/>
            <a:ext cx="80676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76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44A2CE-F455-4E2C-9E47-51C575C8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576262"/>
            <a:ext cx="8772525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83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7BF89F-C96C-4C56-924F-58626AA3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77" y="719137"/>
            <a:ext cx="84867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68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1B581E-0533-4929-B260-6E102D258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6" y="703852"/>
            <a:ext cx="8346147" cy="54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61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67E7FA-B1BC-4CC9-856A-CFAEB86D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519112"/>
            <a:ext cx="78200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63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3DB8FD1-921A-4046-BC47-FEC1B70E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519112"/>
            <a:ext cx="81629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70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CBC381-1414-433E-8977-09761243F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62" y="645935"/>
            <a:ext cx="8998476" cy="55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27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75121-24DB-4EE2-8151-98D11B7E3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992"/>
            <a:ext cx="12192000" cy="43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024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541343-5AC7-4303-8943-DDFD48E6C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19" y="456942"/>
            <a:ext cx="8498561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945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0</Words>
  <Application>Microsoft Office PowerPoint</Application>
  <PresentationFormat>Panorámica</PresentationFormat>
  <Paragraphs>0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cortes</dc:creator>
  <cp:lastModifiedBy>kevin cortes</cp:lastModifiedBy>
  <cp:revision>15</cp:revision>
  <dcterms:created xsi:type="dcterms:W3CDTF">2026-04-02T02:19:37Z</dcterms:created>
  <dcterms:modified xsi:type="dcterms:W3CDTF">2026-04-02T19:54:10Z</dcterms:modified>
</cp:coreProperties>
</file>